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1D1F"/>
                </a:solidFill>
                <a:latin typeface="Arial"/>
              </a:defRPr>
            </a:pPr>
            <a:r>
              <a:t>📊  실시간 매출 대시보드</a:t>
            </a:r>
          </a:p>
        </p:txBody>
      </p:sp>
      <p:pic>
        <p:nvPicPr>
          <p:cNvPr id="4" name="Picture 3" descr="sta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